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5" r:id="rId6"/>
    <p:sldId id="263" r:id="rId7"/>
    <p:sldId id="264" r:id="rId8"/>
    <p:sldId id="259" r:id="rId9"/>
  </p:sldIdLst>
  <p:sldSz cx="12192000" cy="6858000"/>
  <p:notesSz cx="6858000" cy="9144000"/>
  <p:embeddedFontLst>
    <p:embeddedFont>
      <p:font typeface="Lato Black" panose="020F0502020204030203" pitchFamily="34" charset="0"/>
      <p:bold r:id="rId11"/>
      <p:boldItalic r:id="rId12"/>
    </p:embeddedFont>
    <p:embeddedFont>
      <p:font typeface="Libre Baskerville" panose="02000000000000000000" pitchFamily="2" charset="0"/>
      <p:regular r:id="rId13"/>
      <p:bold r:id="rId14"/>
      <p: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9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903516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b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000" b="1" dirty="0"/>
              <a:t>Restaurant &amp; Consumer Data Project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Background? (B-tech or M-tech)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5636-7F5E-2F59-FA04-BD4A3019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4E0D7B-EF66-44B2-2CB2-599FEC736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85385"/>
            <a:ext cx="14371242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organize restaurant-related consumer data from multiple CSV files into a relational SQL database.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how consumers interact with restaurants through preferences and ratings.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SQL-based data analysis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derive actionable insights such 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behavior patterns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Cuisine preferences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prepare a recommendation-style analytical system using SQL.</a:t>
            </a:r>
          </a:p>
        </p:txBody>
      </p:sp>
    </p:spTree>
    <p:extLst>
      <p:ext uri="{BB962C8B-B14F-4D97-AF65-F5344CB8AC3E}">
        <p14:creationId xmlns:p14="http://schemas.microsoft.com/office/powerpoint/2010/main" val="15373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0450-E23B-0ADE-3461-78354ED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256"/>
            <a:ext cx="10515600" cy="6274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Using the WHERE clause to filter data based on specific criteria.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C042-C919-4C18-0341-B0D348A87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all details of consumers who live in the city of 'Cuernavaca'.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45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AAD3-3012-611F-A67F-1368B4DE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41EB3-0A96-4C0B-B9A2-AE5542301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9" y="1915521"/>
            <a:ext cx="7506380" cy="465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67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C5B6-DCA6-7019-D674-11E21FE0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78E7C-AF8C-4BD9-A009-D3B14A3BA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0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Widescreen</PresentationFormat>
  <Paragraphs>29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Lato Black</vt:lpstr>
      <vt:lpstr>Libre Baskerville</vt:lpstr>
      <vt:lpstr>Office Theme</vt:lpstr>
      <vt:lpstr>PowerPoint Presentation</vt:lpstr>
      <vt:lpstr>PowerPoint Presentation</vt:lpstr>
      <vt:lpstr>Agenda (This should be the PPT flow)  </vt:lpstr>
      <vt:lpstr>Objective </vt:lpstr>
      <vt:lpstr>Using the WHERE clause to filter data based on specific criteria.  </vt:lpstr>
      <vt:lpstr>ER Diagram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M.NAVYA SRI CHOWDARY</cp:lastModifiedBy>
  <cp:revision>1</cp:revision>
  <dcterms:created xsi:type="dcterms:W3CDTF">2021-02-16T05:19:01Z</dcterms:created>
  <dcterms:modified xsi:type="dcterms:W3CDTF">2025-12-02T17:17:08Z</dcterms:modified>
</cp:coreProperties>
</file>